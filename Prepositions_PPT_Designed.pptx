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515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93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4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9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6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8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1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82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76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Prepositions: Between, Among, Under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Usage, Non-Usage, and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Types of Prepositions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Between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Among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Under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Prepositions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endParaRPr/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Preposition of Time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Preposition of Place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Preposition of Agent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Preposition of Manner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Preposition of Instrument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Preposition of Cause/Purpose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Preposition of Direction/Movement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Preposition of Measure (extended lists)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Focus today: Place/Position → Between, Among, Under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Between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Type: Preposition of Place/Position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Used for two distinct items or people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Examples: 'The ball is between the two boxes'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Examples: 'She sat between her parents'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Not used for groups larger than two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Incorrect: 'She was popular between classmates'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Correct: 'She was popular among classmates'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Type: Preposition of Place/Position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Used for more than two items in a group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Examples: 'The deer was hiding among the trees'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Examples: 'She was popular among her classmates'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Not used for only two items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Incorrect: 'The ball is among two boxes'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t>Correct: 'The ball is between two boxes'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Type: Preposition of Place/Position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Refers to something below or covered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Examples: 'The cat is under the table'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Examples: 'The book is under the pillow'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Not used for 'inside' or 'between'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Incorrect: 'The pen is under the bag’s pocket'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Correct: 'The pen is inside the bag’s pocket'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Between → Place/Position (two items)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Among → Place/Position (group/more than two)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Under → Place/Position (below/covered)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Key Tip: All three are prepositions of place/position</a:t>
            </a:r>
          </a:p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  <a:r>
              <a:rPr dirty="0"/>
              <a:t>Difference: Number (two vs. group) and Location (below vs. inside)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</TotalTime>
  <Words>304</Words>
  <Application>Microsoft Office PowerPoint</Application>
  <PresentationFormat>On-screen Show (4:3)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Retrospect</vt:lpstr>
      <vt:lpstr>Prepositions: Between, Among, Under</vt:lpstr>
      <vt:lpstr>Index</vt:lpstr>
      <vt:lpstr>Types of Prepositions</vt:lpstr>
      <vt:lpstr>Between</vt:lpstr>
      <vt:lpstr>Among</vt:lpstr>
      <vt:lpstr>Under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Prepositions: Between, Among, Under</dc:title>
  <dc:subject/>
  <dc:creator/>
  <cp:keywords/>
  <dc:description>generated using python-pptx</dc:description>
  <cp:lastModifiedBy>ABC</cp:lastModifiedBy>
  <cp:revision>3</cp:revision>
  <dcterms:created xsi:type="dcterms:W3CDTF">2013-01-27T09:14:16Z</dcterms:created>
  <dcterms:modified xsi:type="dcterms:W3CDTF">2026-05-16T17:39:47Z</dcterms:modified>
  <cp:category/>
</cp:coreProperties>
</file>