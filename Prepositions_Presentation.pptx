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Prepositions: Between, Among, Under</a:t>
            </a:r>
          </a:p>
          <a:p>
            <a:r>
              <a:t>Usage, Non‑Usage, and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(Your Name / Class)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Types of Prepositions</a:t>
            </a:r>
          </a:p>
          <a:p>
            <a:pPr/>
            <a:r>
              <a:t>Between</a:t>
            </a:r>
          </a:p>
          <a:p>
            <a:pPr/>
            <a:r>
              <a:t>Among</a:t>
            </a:r>
          </a:p>
          <a:p>
            <a:pPr/>
            <a:r>
              <a:t>Under</a:t>
            </a:r>
          </a:p>
          <a:p>
            <a:pPr/>
            <a:r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Prepositions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Today’s focus: Prepositions of Place/Position → Between, Among, Under</a:t>
            </a:r>
          </a:p>
          <a:p>
            <a:pPr/>
            <a:r>
              <a:t>Preposition of Time</a:t>
            </a:r>
          </a:p>
          <a:p>
            <a:pPr/>
            <a:r>
              <a:t>Preposition of Place</a:t>
            </a:r>
          </a:p>
          <a:p>
            <a:pPr/>
            <a:r>
              <a:t>Preposition of Agent</a:t>
            </a:r>
          </a:p>
          <a:p>
            <a:pPr/>
            <a:r>
              <a:t>Preposition of Manner</a:t>
            </a:r>
          </a:p>
          <a:p>
            <a:pPr/>
            <a:r>
              <a:t>Preposition of Instrument</a:t>
            </a:r>
          </a:p>
          <a:p>
            <a:pPr/>
            <a:r>
              <a:t>Preposition of Cause/Purpose</a:t>
            </a:r>
          </a:p>
          <a:p>
            <a:pPr/>
            <a:r>
              <a:t>Preposition of Direction/Movement</a:t>
            </a:r>
          </a:p>
          <a:p>
            <a:pPr/>
            <a:r>
              <a:t>Preposition of Measure (extended lists)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Between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Type: Preposition of Place/Position</a:t>
            </a:r>
          </a:p>
          <a:p>
            <a:r>
              <a:t>Definition: Refers to two distinct items or people.</a:t>
            </a:r>
          </a:p>
          <a:p>
            <a:r>
              <a:t>Uses:</a:t>
            </a:r>
          </a:p>
          <a:p>
            <a:r>
              <a:t>• The ball is between the two boxes.</a:t>
            </a:r>
          </a:p>
          <a:p>
            <a:r>
              <a:t>• She sat between her parents.</a:t>
            </a:r>
          </a:p>
          <a:p>
            <a:r>
              <a:t>Not Used:</a:t>
            </a:r>
          </a:p>
          <a:p>
            <a:r>
              <a:t>❌ Don’t use between for groups larger than two.</a:t>
            </a:r>
          </a:p>
          <a:p>
            <a:r>
              <a:t>Incorrect: “She was popular between her classmates.”</a:t>
            </a:r>
          </a:p>
          <a:p>
            <a:r>
              <a:t>Correct: “She was popular among her classmates.”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Type: Preposition of Place/Position</a:t>
            </a:r>
          </a:p>
          <a:p>
            <a:r>
              <a:t>Definition: Refers to more than two items in a group.</a:t>
            </a:r>
          </a:p>
          <a:p>
            <a:r>
              <a:t>Uses:</a:t>
            </a:r>
          </a:p>
          <a:p>
            <a:r>
              <a:t>• The deer was hiding among the trees.</a:t>
            </a:r>
          </a:p>
          <a:p>
            <a:r>
              <a:t>• She was popular among her classmates.</a:t>
            </a:r>
          </a:p>
          <a:p>
            <a:r>
              <a:t>Not Used:</a:t>
            </a:r>
          </a:p>
          <a:p>
            <a:r>
              <a:t>❌ Don’t use among for only two items.</a:t>
            </a:r>
          </a:p>
          <a:p>
            <a:r>
              <a:t>Incorrect: “The ball is among the two boxes.”</a:t>
            </a:r>
          </a:p>
          <a:p>
            <a:r>
              <a:t>Correct: “The ball is between the two boxes.”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Type: Preposition of Place/Position</a:t>
            </a:r>
          </a:p>
          <a:p>
            <a:r>
              <a:t>Definition: Refers to something being below or covered.</a:t>
            </a:r>
          </a:p>
          <a:p>
            <a:r>
              <a:t>Uses:</a:t>
            </a:r>
          </a:p>
          <a:p>
            <a:r>
              <a:t>• The cat is under the table.</a:t>
            </a:r>
          </a:p>
          <a:p>
            <a:r>
              <a:t>• The book is under the pillow.</a:t>
            </a:r>
          </a:p>
          <a:p>
            <a:r>
              <a:t>Not Used:</a:t>
            </a:r>
          </a:p>
          <a:p>
            <a:r>
              <a:t>❌ Don’t use under when meaning “inside” or “between.”</a:t>
            </a:r>
          </a:p>
          <a:p>
            <a:r>
              <a:t>Incorrect: “The pen is under the bag’s pocket.”</a:t>
            </a:r>
          </a:p>
          <a:p>
            <a:r>
              <a:t>Correct: “The pen is inside the bag’s pocket.”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Between → Place/Position (two items)</a:t>
            </a:r>
          </a:p>
          <a:p>
            <a:pPr/>
            <a:r>
              <a:t>Among → Place/Position (group/more than two)</a:t>
            </a:r>
          </a:p>
          <a:p>
            <a:pPr/>
            <a:r>
              <a:t>Under → Place/Position (below/covered)</a:t>
            </a:r>
          </a:p>
          <a:p>
            <a:pPr/>
            <a:r>
              <a:t>Key Tip: All three are prepositions of place/position, but differ by number (two vs. group) and location (below vs. inside).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